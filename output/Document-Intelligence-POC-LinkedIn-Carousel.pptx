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Documentation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Tested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demo transcript → publication-ready HTML. Four AI skills. And the honest numbers on what it actually saves.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400800"/>
            <a:ext cx="2194560" cy="0"/>
          </a:xfrm>
          <a:prstGeom prst="line">
            <a:avLst/>
          </a:prstGeom>
          <a:noFill/>
          <a:ln w="31750">
            <a:solidFill>
              <a:srgbClr val="F46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for the results — including what didn't go perfectly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0" y="10927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redo the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manual steps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transcript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4297680"/>
            <a:ext cx="8046720" cy="5760720"/>
          </a:xfrm>
          <a:prstGeom prst="roundRect">
            <a:avLst>
              <a:gd name="adj" fmla="val 1587"/>
            </a:avLst>
          </a:prstGeom>
          <a:solidFill>
            <a:srgbClr val="F7F7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709160"/>
            <a:ext cx="384048" cy="384048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463600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or re-listen to a noisy, verbose transcript full of filler and tangents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14400" y="5669280"/>
            <a:ext cx="384048" cy="384048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669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559612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extract an ordered sequence of steps from spoken narration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4400" y="6629400"/>
            <a:ext cx="384048" cy="384048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6629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655624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on-screen UI actions to written instructions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14400" y="7589520"/>
            <a:ext cx="384048" cy="384048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7589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751636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repetitive style-guide review pass — clarity, terminology, formatting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914400" y="8549640"/>
            <a:ext cx="384048" cy="384048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8549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847648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Hand-build or re-style the final HTML page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863840" y="10927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skills.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141A2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3502152"/>
            <a:ext cx="548640" cy="548640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353872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4107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transcript-normalizer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600200" y="386791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timestamps &amp; filler from the raw .vtt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141A2C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5285232"/>
            <a:ext cx="548640" cy="548640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285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5321808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51937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documentation-author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600200" y="565099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task-oriented Markdown guide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681228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141A2C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7068312"/>
            <a:ext cx="548640" cy="548640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7068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710488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69768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documentation-reviewer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600200" y="743407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it against 8 writing standards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8595360"/>
            <a:ext cx="8046720" cy="1554480"/>
          </a:xfrm>
          <a:prstGeom prst="roundRect">
            <a:avLst>
              <a:gd name="adj" fmla="val 5882"/>
            </a:avLst>
          </a:prstGeom>
          <a:solidFill>
            <a:srgbClr val="141A2C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8851392"/>
            <a:ext cx="548640" cy="548640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8851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888796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87599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documentation-finalizer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1600200" y="9217152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publication-ready HTML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7863840" y="10927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a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transcript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8046720" cy="1691640"/>
          </a:xfrm>
          <a:prstGeom prst="roundRect">
            <a:avLst>
              <a:gd name="adj" fmla="val 5405"/>
            </a:avLst>
          </a:prstGeom>
          <a:solidFill>
            <a:srgbClr val="0B0E1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35204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Basic HTML with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Chat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1847088" cy="182880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30352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6309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42032" y="5074920"/>
            <a:ext cx="1847088" cy="182880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530352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542032" y="6309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35424" y="5074920"/>
            <a:ext cx="1847088" cy="182880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4535424" y="530352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35424" y="6309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28816" y="5074920"/>
            <a:ext cx="1847088" cy="1828800"/>
          </a:xfrm>
          <a:prstGeom prst="roundRect">
            <a:avLst>
              <a:gd name="adj" fmla="val 5000"/>
            </a:avLst>
          </a:prstGeom>
          <a:solidFill>
            <a:srgbClr val="F7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6528816" y="530352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28816" y="63093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7360920"/>
            <a:ext cx="8046720" cy="2743200"/>
          </a:xfrm>
          <a:prstGeom prst="roundRect">
            <a:avLst>
              <a:gd name="adj" fmla="val 3333"/>
            </a:avLst>
          </a:prstGeom>
          <a:solidFill>
            <a:srgbClr val="F7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7589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TASKS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7955280"/>
            <a:ext cx="7406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Copilot what HTML 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simple HTML example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h1 / h2 elements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follow-up questions to go deeper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63840" y="10927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8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standards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5349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62636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141A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6400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7269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74720" y="62636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141A2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6400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74720" y="7269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626364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141A2C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6400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72200" y="7269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8229600"/>
            <a:ext cx="8046720" cy="2011680"/>
          </a:xfrm>
          <a:prstGeom prst="roundRect">
            <a:avLst>
              <a:gd name="adj" fmla="val 4545"/>
            </a:avLst>
          </a:prstGeom>
          <a:solidFill>
            <a:srgbClr val="141A2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850392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category below threshold: terminology consistency (75) — the same generated example was called three different names across the guide.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63840" y="10927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CATCH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5544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88.1/100 isn't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sounds like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566160"/>
            <a:ext cx="8046720" cy="3017520"/>
          </a:xfrm>
          <a:prstGeom prst="roundRect">
            <a:avLst>
              <a:gd name="adj" fmla="val 3030"/>
            </a:avLst>
          </a:prstGeom>
          <a:solidFill>
            <a:srgbClr val="FDECE8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SELF-GRADING BIAS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416052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authored, reviewed, and finalized the document. That's a self-consistency check, not independent QA.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6812280"/>
            <a:ext cx="8046720" cy="4160520"/>
          </a:xfrm>
          <a:prstGeom prst="roundRect">
            <a:avLst>
              <a:gd name="adj" fmla="val 2198"/>
            </a:avLst>
          </a:prstGeom>
          <a:solidFill>
            <a:srgbClr val="0B0E1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7040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ORDERING GAP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74066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finalizer added two lines that were never reviewed, because review runs before finalize: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822960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“Time: ~10 minutes” — a fully invented estimate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“Audience: Anyone new to HTML” — an unsourced inference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950976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still live in the published HTML today. A pipeline-ordering defect, not a single-skill defect.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863840" y="10927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772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&amp; TIME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15544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instrumented timer. No human baseline. n = 1 small transcript. Directional only.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411480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41A2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(TYPICAL)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461772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~75–170 min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548640" y="6492240"/>
            <a:ext cx="8046720" cy="2194560"/>
          </a:xfrm>
          <a:prstGeom prst="roundRect">
            <a:avLst>
              <a:gd name="adj" fmla="val 4167"/>
            </a:avLst>
          </a:prstGeom>
          <a:solidFill>
            <a:srgbClr val="141A2C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6720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AI-SKILL PIPELINE (HUMAN OVERSIGHT)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6995160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~5–10 min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548640" y="9006840"/>
            <a:ext cx="8046720" cy="1965960"/>
          </a:xfrm>
          <a:prstGeom prst="roundRect">
            <a:avLst>
              <a:gd name="adj" fmla="val 4651"/>
            </a:avLst>
          </a:prstGeom>
          <a:solidFill>
            <a:srgbClr val="1E2740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923544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plausible order of magnitude, not a validated benchmark — one small document, not a study.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863840" y="10927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works.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is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4526280"/>
            <a:ext cx="2194560" cy="0"/>
          </a:xfrm>
          <a:prstGeom prst="line">
            <a:avLst/>
          </a:prstGeom>
          <a:noFill/>
          <a:ln w="31750">
            <a:solidFill>
              <a:srgbClr val="F46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46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critical defects on a real artifact. Four reusable skills. And a documented list of exactly what to fix before trusting it further.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675120"/>
            <a:ext cx="8046720" cy="1828800"/>
          </a:xfrm>
          <a:prstGeom prst="roundRect">
            <a:avLst>
              <a:gd name="adj" fmla="val 5000"/>
            </a:avLst>
          </a:prstGeom>
          <a:solidFill>
            <a:srgbClr val="0B0E1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690372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“Raw demo transcript to publication-ready HTML — four skills, zero manual formatting.”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8869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write-up, QA scores, and effort breakdown — link in the comments.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9509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experience with self-grading AI QA? Let me know below.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0" y="10927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Documentation Pipeline — Proof of Concept (LinkedIn Carousel)</dc:title>
  <dc:subject>PptxGenJS Presentation</dc:subject>
  <dc:creator>Document Intelligence Platform</dc:creator>
  <cp:lastModifiedBy>Document Intelligence Platform</cp:lastModifiedBy>
  <cp:revision>1</cp:revision>
  <dcterms:created xsi:type="dcterms:W3CDTF">2026-07-06T14:14:35Z</dcterms:created>
  <dcterms:modified xsi:type="dcterms:W3CDTF">2026-07-06T14:14:35Z</dcterms:modified>
</cp:coreProperties>
</file>